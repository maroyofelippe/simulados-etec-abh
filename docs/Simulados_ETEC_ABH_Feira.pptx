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5C6D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05C6D"/>
                </a:solidFill>
                <a:latin typeface="Arial"/>
              </a:rPr>
              <a:t>Média por turma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(0-10)</c:v>
                </c:pt>
              </c:strCache>
            </c:strRef>
          </c:tx>
          <c:spPr>
            <a:solidFill>
              <a:srgbClr val="005C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1º A</c:v>
                  </c:pt>
                  <c:pt idx="1">
                    <c:v>1º B</c:v>
                  </c:pt>
                  <c:pt idx="2">
                    <c:v>2º A</c:v>
                  </c:pt>
                  <c:pt idx="3">
                    <c:v>2º 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</c:v>
                </c:pt>
                <c:pt idx="1">
                  <c:v>6.5</c:v>
                </c:pt>
                <c:pt idx="2">
                  <c:v>8.4</c:v>
                </c:pt>
                <c:pt idx="3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B20000"/>
                </a:solidFill>
                <a:latin typeface="Arial"/>
              </a:defRPr>
            </a:pPr>
            <a:r>
              <a:rPr sz="1600" b="0" i="0" u="none" strike="noStrike">
                <a:solidFill>
                  <a:srgbClr val="B20000"/>
                </a:solidFill>
                <a:latin typeface="Arial"/>
              </a:rPr>
              <a:t>Evolução da média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Evolução</c:v>
                </c:pt>
              </c:strCache>
            </c:strRef>
          </c:tx>
          <c:spPr>
            <a:solidFill>
              <a:srgbClr val="FF4C4D"/>
            </a:solidFill>
            <a:ln w="38100" cap="flat">
              <a:solidFill>
                <a:srgbClr val="FF4C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C4D"/>
              </a:solidFill>
              <a:ln w="9525" cap="flat">
                <a:solidFill>
                  <a:srgbClr val="FF4C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Abr</c:v>
                  </c:pt>
                  <c:pt idx="2">
                    <c:v>Mai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6.8</c:v>
                </c:pt>
                <c:pt idx="2">
                  <c:v>7.1</c:v>
                </c:pt>
                <c:pt idx="3">
                  <c:v>7.6</c:v>
                </c:pt>
                <c:pt idx="4">
                  <c:v>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Apresentar o sistema desenvolvido pelos alunos da ETEC ABH.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Motivação: os problemas reais que o sistema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ciclo: cadastrar, gerar, aplicar, analisar.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RBAC: cada rota é protegida por perfil. Destacar o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Coração do projeto: integridade da avaliação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provas são montadas de forma justa e aleatória.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fictícios ilustrativos. Métricas: média, conclusão, dificuldade, perdas de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e organização do código em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valor pedagógico e convite 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C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5C6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B2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Sistema de Simulados Educacionais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D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web para criação, aplicação e análise de avaliações — ETEC Adhemar Batista Heméritas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Feira das Profissões  •  Centro Paula Souza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desafio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Avaliar em escala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 simulados para muitas turmas e alunos exige tempo e organização.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783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Provas justas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796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aluno com uma prova diferente reduz a chance de cópia entre colegas.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Integridade online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Consultar a internet ou usar IA durante a prova compromete o resultado.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Dados que orientam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4754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 estatísticas, é difícil saber onde reforçar o ensino.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solução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plataforma completa, executada localmente, que cobre todo o ciclo da avaliação: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377440"/>
            <a:ext cx="640080" cy="640080"/>
          </a:xfrm>
          <a:prstGeom prst="ellipse">
            <a:avLst/>
          </a:prstGeom>
          <a:solidFill>
            <a:srgbClr val="00C1CF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C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Cadastrar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Banco de questões por disciplina, tema e dificuldade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377440"/>
            <a:ext cx="640080" cy="640080"/>
          </a:xfrm>
          <a:prstGeom prst="ellipse">
            <a:avLst/>
          </a:prstGeom>
          <a:solidFill>
            <a:srgbClr val="A0C34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C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Gerar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Provas aleatórias por aluno (até 20 questões)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78040" y="2377440"/>
            <a:ext cx="640080" cy="640080"/>
          </a:xfrm>
          <a:prstGeom prst="ellipse">
            <a:avLst/>
          </a:prstGeom>
          <a:solidFill>
            <a:srgbClr val="FF4C4D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C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Modo seguro: cronômetro, anti-cópia e foco de tela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0684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66960" y="2377440"/>
            <a:ext cx="640080" cy="640080"/>
          </a:xfrm>
          <a:prstGeom prst="ellipse">
            <a:avLst/>
          </a:prstGeom>
          <a:solidFill>
            <a:srgbClr val="8A29E6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5C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Analisar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189720" y="37033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por unidade, turma e aluno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Perfis de acesso (segurança por papel)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10512"/>
            <a:ext cx="2194560" cy="585216"/>
          </a:xfrm>
          <a:prstGeom prst="roundRect">
            <a:avLst>
              <a:gd name="adj" fmla="val 9375"/>
            </a:avLst>
          </a:prstGeom>
          <a:solidFill>
            <a:srgbClr val="00C1C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Aluno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 simulados e vê o próprio desempenho.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044952"/>
            <a:ext cx="2194560" cy="585216"/>
          </a:xfrm>
          <a:prstGeom prst="roundRect">
            <a:avLst>
              <a:gd name="adj" fmla="val 9375"/>
            </a:avLst>
          </a:prstGeom>
          <a:solidFill>
            <a:srgbClr val="A0C3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4495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Professor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971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 questões e simulados; acompanha suas turmas.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279392"/>
            <a:ext cx="2194560" cy="585216"/>
          </a:xfrm>
          <a:prstGeom prst="roundRect">
            <a:avLst>
              <a:gd name="adj" fmla="val 9375"/>
            </a:avLst>
          </a:prstGeom>
          <a:solidFill>
            <a:srgbClr val="005C6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793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Coordenador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Gerencia unidades, turmas, usuários e visão geral.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513832"/>
            <a:ext cx="2194560" cy="585216"/>
          </a:xfrm>
          <a:prstGeom prst="roundRect">
            <a:avLst>
              <a:gd name="adj" fmla="val 9375"/>
            </a:avLst>
          </a:prstGeom>
          <a:solidFill>
            <a:srgbClr val="B2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1383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5440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Privilégio máximo (via coordenador + senha). Altera tudo, exceto respostas dos alunos.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1C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Prova em modo seguro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Cronômetro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Envio automático quando o tempo esgota.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83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Uma questão por vez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Resposta obrigatória, com apenas 1 tentativa.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83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Detecção de foco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75320" y="24231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Sair da aba/janela anula a questão e fica registrado.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Anti-cópia e colagem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Seleção, cópia e colagem bloqueadas.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Armadilha anti-IA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Palavra-coringa oculta identifica respostas geradas por 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1E2C36"/>
          </a:solidFill>
          <a:ln w="12700">
            <a:solidFill>
              <a:srgbClr val="2A3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160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1C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Espelho + PDF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8006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Gabarito, menção e assinatura de ciência para download.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Geração inteligente de provas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C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Banco de questões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disciplina, tema e dificuldade (Fácil/Médio/Difícil)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Estrutura curricular do SARESP / Currículo Paulista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Importação em massa via CSV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Reaproveitamento entre simulados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Sorteio aleatório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23317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Prova individual por aluno (embaralhamento Fisher-Yates)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 rígido de 20 questões, sem repetição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Distribuição configurável por dificuldade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Simulado geral por turma ou individual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Dashboards que orientam o ensino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Visões por unidade, turma e aluno • filtros por semana, mês e ano • comparação entre turmas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92024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5C6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Arquitetura técnica (MVC)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5C6D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801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 e rotas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A0C340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801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+ Sequelize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Banco relacional (ORM)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C1CF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8013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com tema claro/escuro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B2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767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+ bcrypt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Autenticação e senhas seguras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A29E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767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PDFKit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0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Espelho da prova em PDF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35661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8F8F8"/>
          </a:solidFill>
          <a:ln w="12700">
            <a:solidFill>
              <a:srgbClr val="DADADA"/>
            </a:solidFill>
            <a:prstDash val="solid"/>
          </a:ln>
          <a:effectLst>
            <a:outerShdw sx="100000" sy="100000" kx="0" ky="0" algn="bl" rotWithShape="0" blurRad="76200" dist="38100" dir="5400000">
              <a:srgbClr val="BBBBBB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24C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37673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Chart.js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75320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Gráficos dos dashboards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485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Arquitetura MVC estrita: models · views · controllers · routes · middlewares · services · config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C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Aprender construindo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D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sistema real, feito por estudantes da ETEC ABH, integrando programação, banco de dados e design.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00C1C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A30"/>
                </a:solidFill>
              </a:rPr>
              <a:t>Obrigado!  Perguntas?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DF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ETEC Adhemar Batista Heméritas  •  Centro Paula Souza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Simulados Educacionais - ETEC ABH</dc:title>
  <dc:subject>PptxGenJS Presentation</dc:subject>
  <dc:creator>ETEC ABH</dc:creator>
  <cp:lastModifiedBy>ETEC ABH</cp:lastModifiedBy>
  <cp:revision>1</cp:revision>
  <dcterms:created xsi:type="dcterms:W3CDTF">2026-08-23T23:03:54Z</dcterms:created>
  <dcterms:modified xsi:type="dcterms:W3CDTF">2026-08-23T23:03:54Z</dcterms:modified>
</cp:coreProperties>
</file>